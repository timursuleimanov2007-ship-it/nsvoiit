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20F1C-4C4E-A9BA-38C1-E4CC79C4B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2B233A-1A30-4225-8FF5-11BC004485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1CCD5-A887-F838-64ED-96B0B9E84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F974C-099A-8E0A-FA08-B18815F8C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0D658-72B0-2DFB-8175-3381392A6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053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12C97-CE6A-44BF-52EC-A7517AC7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103D8-0901-0D00-B36A-70C8F0DEB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A7831-4E7C-35B5-BC3E-2C8A80E90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8D958B-1963-163A-CE51-C85568DF1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A1CF38-3F76-8EC0-3506-CBCA898AC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202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88E7-E322-E624-E4A0-80E1BED80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2A9C4A-1182-B487-9106-91929CF0E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5CB56A-3623-0CCA-EF66-B71581EEB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87A61-B291-34A3-17DD-399AB88A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209FD-ADDB-BF75-37B7-E2B12094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385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68F2A-447B-D1D5-313D-78FB4F50F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CF4F1-E60D-2FB0-3EDB-0E3194D91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8794A5-1CAC-428B-EC49-B21B3204E3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CAF427-5800-3356-ADD3-921D1F135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69E5AC-71E0-7F9E-470E-B7DD380DD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E7894-91A6-FDE4-85E3-677DC64D2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261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3C3B7-D6EB-B661-0CAC-0B4F80B182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36DA-B5C2-4E3B-1CD0-D0BF0D55A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5FDFB5-02D2-9F65-E3A9-DAF30D85F2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8F24ED-C82E-53D5-54ED-BCF6F724E5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1A7C16-C2AA-0FD3-F593-4F97A49AFF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7FAA58-0B53-26A2-85A5-207A7AF36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24FB83-6B37-BD0E-25AD-F171C0D03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0DB3CD-5F23-85ED-F924-CCBC1B396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236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1F412-2AD8-C9E9-87D9-254B7C26F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BB0EB0-7E7F-1199-47E7-A959E295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41F694-894F-4170-0CE5-6F0EB48D3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5D7E65-878F-C8B5-2558-2CD58DF75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4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FBC1FC-8F6E-D8C8-95BB-DBD1911AF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6A635-0355-CD1C-D238-797E60455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CAFE7B-2ED9-044A-3E84-9A05C96C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00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EF8E0-7937-8454-386D-B9DF99DB2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4F5C3-600A-A92D-043E-AC92F2ABBD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3F894-716B-0DB6-5CCB-A6C0D4DE0D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D2373-E094-41BD-A452-CA8E9FA3D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5D2457-9C65-94EA-A681-270516DCF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FF8E2-2F42-F1F4-FC1D-6DEBD1B9E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492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D66BA-0AB5-F7A0-A814-37672902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EB3274-54FE-F8CA-B80C-5B2C83208B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28424C-7223-6153-91CE-560F55712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AE2382-2325-F889-6589-7076262BC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95DF60-2E20-38C6-6FCA-8B024D2E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DD7BC-80C5-823B-9A7D-77D17CB8A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75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C5EB0-9F25-2491-03F4-D8BDEA773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24AC36-B7E2-912C-8227-041BBDBCBC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177F0-B3E1-63D5-7810-720881207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51D48-9217-2C4F-C8CB-FE8409729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34F18-47B8-EA55-6C31-EEDD5D40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854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46DFAE-B84A-661A-1149-69AA22F5B9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455D4A4-67A5-3080-FB55-A67DD4D30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48F70-9DB9-7597-AC2E-0B6C5FC7F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86839-FE8D-7E40-8946-D82A2175D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D572D-797E-1016-1106-755A52D7E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101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68AE11-4E04-160D-0B9B-D308B891F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12A2D-E0D6-84BB-2982-83910E888D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1AF44-B838-AA95-CC08-D3FF40531B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837651-C2CF-49EA-B604-8F49C3AFC109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05F607-C75E-0039-1151-12C9C3703B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85D525-0F06-7F8A-1538-01C8A29F2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1ABE39-80CE-420D-A762-11913E2E6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38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sv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sv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sv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2069739" y="2228671"/>
            <a:ext cx="80525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Модель для распознавания дизайна значков операционных систем</a:t>
            </a:r>
            <a:endParaRPr lang="en-US" sz="3600" dirty="0">
              <a:latin typeface="Segoe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EE10C6-4FEA-BDF9-54E4-5F867B61391C}"/>
              </a:ext>
            </a:extLst>
          </p:cNvPr>
          <p:cNvSpPr txBox="1"/>
          <p:nvPr/>
        </p:nvSpPr>
        <p:spPr>
          <a:xfrm>
            <a:off x="4507516" y="5000348"/>
            <a:ext cx="3176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Segoe"/>
              </a:rPr>
              <a:t>Сулейманов Тимур, 744-1</a:t>
            </a:r>
            <a:endParaRPr lang="en-US" sz="2000" dirty="0"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1834705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6" y="2070087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Зачем нужен дизайн?</a:t>
            </a:r>
            <a:endParaRPr lang="en-US" sz="3600" dirty="0">
              <a:latin typeface="Segoe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E2B9B163-36CF-9814-2E1D-D5F97C3927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3108" y="3180427"/>
            <a:ext cx="4805779" cy="1922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644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374766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Датасет</a:t>
            </a:r>
            <a:endParaRPr lang="en-US" sz="3600" dirty="0">
              <a:latin typeface="Segoe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5671E266-1C11-D1D3-37F1-2A71489D1D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6235" y="1385602"/>
            <a:ext cx="1819529" cy="4086795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111BD9C0-E148-028B-6472-18B9651B889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126443" y="2448021"/>
            <a:ext cx="1295333" cy="1591319"/>
          </a:xfrm>
          <a:prstGeom prst="rect">
            <a:avLst/>
          </a:prstGeom>
        </p:spPr>
      </p:pic>
      <p:pic>
        <p:nvPicPr>
          <p:cNvPr id="7176" name="Picture 8">
            <a:extLst>
              <a:ext uri="{FF2B5EF4-FFF2-40B4-BE49-F238E27FC236}">
                <a16:creationId xmlns:a16="http://schemas.microsoft.com/office/drawing/2014/main" id="{436EF50B-E3C4-96F4-74D1-EFA61A556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0223" y="2716287"/>
            <a:ext cx="1250094" cy="125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87409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374766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Устройство модели</a:t>
            </a:r>
            <a:endParaRPr lang="en-US" sz="3600" dirty="0">
              <a:latin typeface="Segoe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F15434-23F2-3AD5-F5B7-5D0C8F3D0042}"/>
              </a:ext>
            </a:extLst>
          </p:cNvPr>
          <p:cNvSpPr txBox="1"/>
          <p:nvPr/>
        </p:nvSpPr>
        <p:spPr>
          <a:xfrm>
            <a:off x="4650420" y="3720931"/>
            <a:ext cx="2891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Segoe"/>
              </a:rPr>
              <a:t>Классификатор конкретных стилей</a:t>
            </a:r>
            <a:endParaRPr lang="en-US" sz="2000" dirty="0">
              <a:latin typeface="Segoe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46AA360-0F16-ED54-A734-6A917183935A}"/>
              </a:ext>
            </a:extLst>
          </p:cNvPr>
          <p:cNvSpPr txBox="1"/>
          <p:nvPr/>
        </p:nvSpPr>
        <p:spPr>
          <a:xfrm>
            <a:off x="7806431" y="3720931"/>
            <a:ext cx="3420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Segoe"/>
              </a:rPr>
              <a:t>Классификатор операционных систем</a:t>
            </a:r>
            <a:endParaRPr lang="en-US" sz="2000" dirty="0">
              <a:latin typeface="Segoe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85FBC95-1E99-D8AD-BCBA-61052478AE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5437" y="2485008"/>
            <a:ext cx="1059402" cy="1059402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2018757-63B2-9048-EAEE-B63E3CA97274}"/>
              </a:ext>
            </a:extLst>
          </p:cNvPr>
          <p:cNvSpPr txBox="1"/>
          <p:nvPr/>
        </p:nvSpPr>
        <p:spPr>
          <a:xfrm>
            <a:off x="964707" y="3720931"/>
            <a:ext cx="34208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latin typeface="Segoe"/>
              </a:rPr>
              <a:t>Классификатор направлений дизайна</a:t>
            </a:r>
            <a:endParaRPr lang="en-US" sz="2000" dirty="0">
              <a:latin typeface="Segoe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A5E41AC-247D-C4D7-7839-D8411C905E91}"/>
              </a:ext>
            </a:extLst>
          </p:cNvPr>
          <p:cNvSpPr txBox="1"/>
          <p:nvPr/>
        </p:nvSpPr>
        <p:spPr>
          <a:xfrm>
            <a:off x="4120718" y="2660766"/>
            <a:ext cx="529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Segoe"/>
              </a:rPr>
              <a:t>+</a:t>
            </a:r>
            <a:endParaRPr lang="en-US" sz="4000" dirty="0">
              <a:latin typeface="Segoe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D889C2E-6AE9-8DAE-0D4D-75FBD568BAD0}"/>
              </a:ext>
            </a:extLst>
          </p:cNvPr>
          <p:cNvSpPr txBox="1"/>
          <p:nvPr/>
        </p:nvSpPr>
        <p:spPr>
          <a:xfrm>
            <a:off x="7541580" y="2660766"/>
            <a:ext cx="5297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 dirty="0">
                <a:latin typeface="Segoe"/>
              </a:rPr>
              <a:t>+</a:t>
            </a:r>
            <a:endParaRPr lang="en-US" sz="4000" dirty="0">
              <a:latin typeface="Segoe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29221E45-F84B-3B6E-3032-3C10A85146F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4228" y="2532937"/>
            <a:ext cx="963543" cy="963543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7D03633-5FF9-81D0-8FB6-84B74D04B6B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090" y="2531526"/>
            <a:ext cx="964953" cy="964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879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374766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Тесты</a:t>
            </a:r>
            <a:endParaRPr lang="en-US" sz="3600" dirty="0">
              <a:latin typeface="Sego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A9BF4C-74C3-F113-1C88-DA9714E1BE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29929" y="1336337"/>
            <a:ext cx="5932142" cy="4185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514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374766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Тесты</a:t>
            </a:r>
            <a:endParaRPr lang="en-US" sz="3600" dirty="0">
              <a:latin typeface="Segoe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8C3CC7-4EB9-CBDC-D6CA-C76EA7A3EE3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92" y="1749207"/>
            <a:ext cx="4515963" cy="338697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F3086C-CDF5-2A62-B359-F3C75510412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8461" y="1749207"/>
            <a:ext cx="4515962" cy="3386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017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374766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Тесты</a:t>
            </a:r>
            <a:endParaRPr lang="en-US" sz="3600" dirty="0">
              <a:latin typeface="Sego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3DF9BB-0D27-1F8F-FA3F-756DA41EA0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011" y="1975996"/>
            <a:ext cx="4843344" cy="29060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ABEA30-DD67-9F6B-7A39-958B93F530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5364" y="1585514"/>
            <a:ext cx="4608711" cy="368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19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374766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Тесты</a:t>
            </a:r>
            <a:endParaRPr lang="en-US" sz="3600" dirty="0">
              <a:latin typeface="Segoe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304C7-18FA-98EB-1C3C-F5AD001E073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287" y="2113609"/>
            <a:ext cx="6202392" cy="26581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7FB02B-C3B6-19B4-6D21-93C3897E977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281" y="1265563"/>
            <a:ext cx="4931655" cy="410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28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4E1791AD-8F63-5E4A-11B4-493C9704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394330">
            <a:off x="10445632" y="285219"/>
            <a:ext cx="1525862" cy="326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4497034F-0F1A-3055-89FB-5A4631150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179817">
            <a:off x="328882" y="5659903"/>
            <a:ext cx="714915" cy="9393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C40E9FF-DC81-BA77-F5B7-F2278A3F0F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08" y="130301"/>
            <a:ext cx="1135262" cy="113526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28F3C7B-ADAC-A493-3BE0-E7E49725BE8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29636">
            <a:off x="11004686" y="5792430"/>
            <a:ext cx="1011910" cy="89689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F48F1E0-B1A2-380C-A242-77D8FD29A8A3}"/>
              </a:ext>
            </a:extLst>
          </p:cNvPr>
          <p:cNvSpPr txBox="1"/>
          <p:nvPr/>
        </p:nvSpPr>
        <p:spPr>
          <a:xfrm>
            <a:off x="3515558" y="2885860"/>
            <a:ext cx="51608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600" dirty="0">
                <a:latin typeface="Segoe"/>
              </a:rPr>
              <a:t>Спасибо за внимание!</a:t>
            </a:r>
            <a:endParaRPr lang="en-US" sz="3600" dirty="0">
              <a:latin typeface="Segoe"/>
            </a:endParaRPr>
          </a:p>
        </p:txBody>
      </p:sp>
    </p:spTree>
    <p:extLst>
      <p:ext uri="{BB962C8B-B14F-4D97-AF65-F5344CB8AC3E}">
        <p14:creationId xmlns:p14="http://schemas.microsoft.com/office/powerpoint/2010/main" val="15329609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37</Words>
  <Application>Microsoft Office PowerPoint</Application>
  <PresentationFormat>Widescreen</PresentationFormat>
  <Paragraphs>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Segoe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 Average</dc:creator>
  <cp:lastModifiedBy>Tim Average</cp:lastModifiedBy>
  <cp:revision>5</cp:revision>
  <dcterms:created xsi:type="dcterms:W3CDTF">2026-06-15T13:21:07Z</dcterms:created>
  <dcterms:modified xsi:type="dcterms:W3CDTF">2026-06-15T13:49:16Z</dcterms:modified>
</cp:coreProperties>
</file>